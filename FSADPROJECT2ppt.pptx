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75" r:id="rId10"/>
    <p:sldId id="262" r:id="rId11"/>
    <p:sldId id="263" r:id="rId12"/>
    <p:sldId id="264" r:id="rId13"/>
    <p:sldId id="266" r:id="rId14"/>
    <p:sldId id="269" r:id="rId15"/>
    <p:sldId id="267" r:id="rId16"/>
    <p:sldId id="268" r:id="rId17"/>
    <p:sldId id="271" r:id="rId18"/>
    <p:sldId id="270" r:id="rId19"/>
    <p:sldId id="265" r:id="rId20"/>
  </p:sldIdLst>
  <p:sldSz cx="18288000" cy="10287000"/>
  <p:notesSz cx="6858000" cy="9144000"/>
  <p:embeddedFontLs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Bookman Old Style" panose="02050604050505020204" pitchFamily="18" charset="0"/>
      <p:regular r:id="rId28"/>
      <p:bold r:id="rId29"/>
      <p:italic r:id="rId30"/>
    </p:embeddedFont>
    <p:embeddedFont>
      <p:font typeface="Gotham" panose="02000000000000000000"/>
      <p:boldItalic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4" autoAdjust="0"/>
    <p:restoredTop sz="94635" autoAdjust="0"/>
  </p:normalViewPr>
  <p:slideViewPr>
    <p:cSldViewPr showGuides="1">
      <p:cViewPr varScale="1">
        <p:scale>
          <a:sx n="51" d="100"/>
          <a:sy n="51" d="100"/>
        </p:scale>
        <p:origin x="29" y="24"/>
      </p:cViewPr>
      <p:guideLst>
        <p:guide orient="horz" pos="208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12.fntdata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10500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K.SAI MANIKANTA – VTU25937 – 23UECS0639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 Professor-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2700">
                <a:solidFill>
                  <a:srgbClr val="FFFEFE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31975" y="1892300"/>
            <a:ext cx="15768320" cy="14897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2800" dirty="0"/>
          </a:p>
          <a:p>
            <a:pPr algn="just"/>
            <a:r>
              <a:rPr lang="en-US" dirty="0"/>
              <a:t>•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Job Portal Management System is a web-based application designed to connect job seekers and employers on a single platform.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an easy-to-use interface where users can search, view, and apply for jobs online from anywhere.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post job vacancies with details such as skills, experience, and salary, and manage applicants efficiently.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students and job seekers create professional profiles and upload their resumes for better visibility.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the manual effort involved in traditional job searching and recruitment processes.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filter and search jobs based on category, location, skills, and experience level.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application status and provides real-time notifications to users.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enhances communication between job seekers and employers through automated updates and alerts.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2700">
                <a:solidFill>
                  <a:srgbClr val="FFFEFE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2700">
                <a:solidFill>
                  <a:srgbClr val="FFFEFE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149761" y="1922255"/>
            <a:ext cx="1508232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web-based Job Portal Management System that connects job seekers and employers on a single platform.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simplify and automate the recruitment process with features like job posting, job search, application tracking, and secure access.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2700">
                <a:solidFill>
                  <a:srgbClr val="FFFEFE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2700">
                <a:solidFill>
                  <a:srgbClr val="FFFEFE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/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2192786"/>
            <a:ext cx="9753600" cy="78275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2700">
                <a:solidFill>
                  <a:srgbClr val="FFFEFE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176975" y="1181100"/>
            <a:ext cx="15082325" cy="938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registration details, login credentials, job postings, resume uploads, and job applications.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authentication, job search and filtering, application submission, validation, and status tracking.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Stores user details, employer details, job listings, applications, and resume files.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Job listings, application status updates, notifications, user dashboard, and employer reports.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/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2700">
                <a:solidFill>
                  <a:srgbClr val="FFFEFE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333500"/>
            <a:ext cx="11009014" cy="868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2700">
                <a:solidFill>
                  <a:srgbClr val="FFFEFE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981200" y="2040097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HTML, CSS,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Node.JS,JSON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Visual Studio Code, MySQL Workbench, Spring Initializer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System with minimum 4GB 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JDK 8 or above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Spring Boot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 Server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Web Browser (Chrome)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</a:t>
              </a:r>
              <a:endParaRPr lang="en-US" sz="2700">
                <a:solidFill>
                  <a:srgbClr val="FFFEFE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27934" y="1771084"/>
            <a:ext cx="15082325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Job Seeker (User)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profile creation, resume upload, job search, and applying for jobs.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Employer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employer login, posting job vacancies, managing job listings, and viewing applicants.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3: Job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job details, job updates, filtering, searching, and deletion of job postings.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Application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job applications, application tracking, status updates, and shortlist/reject process.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Notification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email notifications and alerts for job applications, status updates, and job postings.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</a:t>
              </a:r>
              <a:endParaRPr lang="en-US" sz="2400" b="1" dirty="0">
                <a:solidFill>
                  <a:srgbClr val="002060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355" y="2015465"/>
            <a:ext cx="13759587" cy="57453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8(A)</a:t>
              </a:r>
              <a:endParaRPr lang="en-US" sz="2400" b="1" dirty="0">
                <a:solidFill>
                  <a:srgbClr val="002060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31455" y="6897565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885" y="2210702"/>
            <a:ext cx="14552916" cy="46868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8(B)</a:t>
              </a:r>
              <a:endParaRPr lang="en-US" sz="2400" b="1" dirty="0">
                <a:solidFill>
                  <a:srgbClr val="002060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97778" y="7227433"/>
            <a:ext cx="14261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secure access to the system and redirects users to their respective dashboards after successful login.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073622"/>
            <a:ext cx="11125200" cy="44564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14848" y="1275323"/>
            <a:ext cx="6951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 JOB POSTING PAGE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25211" y="7246464"/>
            <a:ext cx="139454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create and post new job vacancies by entering details like title, description, skills, and salary.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employers manage job listings and attract suitable candidates for recruitment.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985" y="1950970"/>
            <a:ext cx="14701684" cy="52954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8(D)</a:t>
              </a:r>
              <a:endParaRPr lang="en-US" sz="2400" b="1" dirty="0">
                <a:solidFill>
                  <a:srgbClr val="002060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9165" y="1226631"/>
            <a:ext cx="4160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UPLOAD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displays available job opportunities with details like job title, company, skills, and salary.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search jobs and view detailed information before applying.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929" y="1753932"/>
            <a:ext cx="13549671" cy="53018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9</a:t>
              </a:r>
              <a:endParaRPr lang="en-US" sz="2700">
                <a:solidFill>
                  <a:srgbClr val="FFFEFE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3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1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4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2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6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5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7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 panose="02000000000000000000"/>
                  <a:ea typeface="Gotham" panose="02000000000000000000"/>
                  <a:cs typeface="Gotham" panose="02000000000000000000"/>
                  <a:sym typeface="Gotham" panose="02000000000000000000"/>
                </a:rPr>
                <a:t>8</a:t>
              </a:r>
              <a:endParaRPr lang="en-US" sz="1700">
                <a:solidFill>
                  <a:srgbClr val="191919"/>
                </a:solidFill>
                <a:latin typeface="Gotham" panose="02000000000000000000"/>
                <a:ea typeface="Gotham" panose="02000000000000000000"/>
                <a:cs typeface="Gotham" panose="02000000000000000000"/>
                <a:sym typeface="Gotham" panose="02000000000000000000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77693" y="2019513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ADVANTAGES:</a:t>
            </a:r>
            <a:endParaRPr lang="en-US" sz="3600" b="1" dirty="0"/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/>
              <a:ea typeface="Gotham Bold Italics"/>
              <a:cs typeface="Gotham Bold Italics"/>
              <a:sym typeface="Gotham Bold Italics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6356</Words>
  <Application>WPS Presentation</Application>
  <PresentationFormat>Custom</PresentationFormat>
  <Paragraphs>516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Gotham Bold Italics</vt:lpstr>
      <vt:lpstr>Segoe Print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HP</dc:creator>
  <cp:lastModifiedBy>Sai Manikanta</cp:lastModifiedBy>
  <cp:revision>20</cp:revision>
  <dcterms:created xsi:type="dcterms:W3CDTF">2006-08-16T00:00:00Z</dcterms:created>
  <dcterms:modified xsi:type="dcterms:W3CDTF">2026-04-20T04:51:05Z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D30852CE659C4C55B92D4745FB11BE00_13</vt:lpwstr>
  </property>
  <property fmtid="{D5CDD505-2E9C-101B-9397-08002B2CF9AE}" pid="3" name="KSOProductBuildVer">
    <vt:lpwstr>1033-12.1.0.25242</vt:lpwstr>
  </property>
</Properties>
</file>